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Contact Manager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by: Praveena S</a:t>
            </a:r>
          </a:p>
          <a:p>
            <a:r>
              <a:t>B.Sc Artificial Intelligence and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Contact Manager is a digital system used to store and manage contacts efficiently.</a:t>
            </a:r>
          </a:p>
          <a:p>
            <a:r>
              <a:t>It helps organize personal and professional contact information.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0" y="1371600"/>
            <a:ext cx="7315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Smart Contact Manager is an application that allows users to store, update, search, and manage contact details easily.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0" y="1371600"/>
            <a:ext cx="7315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Need for Contact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Managing many contacts manually is difficult.</a:t>
            </a:r>
          </a:p>
          <a:p>
            <a:r>
              <a:t>Digital tools help organize and retrieve contacts quickly.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0" y="1371600"/>
            <a:ext cx="7315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contact information</a:t>
            </a:r>
          </a:p>
          <a:p>
            <a:r>
              <a:t>Provide quick search</a:t>
            </a:r>
          </a:p>
          <a:p>
            <a:r>
              <a:t>Organize data efficiently</a:t>
            </a:r>
          </a:p>
          <a:p>
            <a:r>
              <a:t>Improve communication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0" y="1371600"/>
            <a:ext cx="7315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contacts</a:t>
            </a:r>
          </a:p>
          <a:p>
            <a:r>
              <a:t>Edit contact details</a:t>
            </a:r>
          </a:p>
          <a:p>
            <a:r>
              <a:t>Delete contacts</a:t>
            </a:r>
          </a:p>
          <a:p>
            <a:r>
              <a:t>Search contacts quickly</a:t>
            </a:r>
          </a:p>
          <a:p>
            <a:r>
              <a:t>Store phone numbers and emails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0" y="1371600"/>
            <a:ext cx="7315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login</a:t>
            </a:r>
          </a:p>
          <a:p>
            <a:r>
              <a:t>Add contact module</a:t>
            </a:r>
          </a:p>
          <a:p>
            <a:r>
              <a:t>View contacts</a:t>
            </a:r>
          </a:p>
          <a:p>
            <a:r>
              <a:t>Update contacts</a:t>
            </a:r>
          </a:p>
          <a:p>
            <a:r>
              <a:t>Delete contacts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0" y="1371600"/>
            <a:ext cx="7315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HTML, CSS, JavaScript</a:t>
            </a:r>
          </a:p>
          <a:p>
            <a:r>
              <a:t>Backend: Java / Spring Boot</a:t>
            </a:r>
          </a:p>
          <a:p>
            <a:r>
              <a:t>Database: MySQL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0" y="1371600"/>
            <a:ext cx="7315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Stores contact data securely</a:t>
            </a:r>
          </a:p>
          <a:p>
            <a:r>
              <a:t>Allows fast retrieval</a:t>
            </a:r>
          </a:p>
          <a:p>
            <a:r>
              <a:t>Handles large number of contacts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0" y="1371600"/>
            <a:ext cx="7315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Easy contact management</a:t>
            </a:r>
          </a:p>
          <a:p>
            <a:r>
              <a:t>Saves time</a:t>
            </a:r>
          </a:p>
          <a:p>
            <a:r>
              <a:t>Secure data storage</a:t>
            </a:r>
          </a:p>
          <a:p>
            <a:r>
              <a:t>User‑friendly interface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0" y="1371600"/>
            <a:ext cx="7315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Personal contact lists</a:t>
            </a:r>
          </a:p>
          <a:p>
            <a:r>
              <a:t>Business contact management</a:t>
            </a:r>
          </a:p>
          <a:p>
            <a:r>
              <a:t>Customer relationship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0" y="1371600"/>
            <a:ext cx="7315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authentication</a:t>
            </a:r>
          </a:p>
          <a:p>
            <a:r>
              <a:t>Secure database storage</a:t>
            </a:r>
          </a:p>
          <a:p>
            <a:r>
              <a:t>Data privacy protection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0" y="1371600"/>
            <a:ext cx="7315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Mobile application</a:t>
            </a:r>
          </a:p>
          <a:p>
            <a:r>
              <a:t>Cloud backup</a:t>
            </a:r>
          </a:p>
          <a:p>
            <a:r>
              <a:t>AI‑based contact suggestions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0" y="1371600"/>
            <a:ext cx="7315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Contact Manager helps organize contacts efficiently and improves productivity.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0" y="1371600"/>
            <a:ext cx="7315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📇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you!</a:t>
            </a:r>
          </a:p>
          <a:p>
            <a:r>
              <a:t>Any 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0" y="1371600"/>
            <a:ext cx="7315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